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1417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FinSight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000000"/>
                </a:solidFill>
              </a:defRPr>
            </a:pPr>
            <a:r>
              <a:t>A Smart Personal Finance Management System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Team: Mamatha | Kavya | Divya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1417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000000"/>
                </a:solidFill>
              </a:defRPr>
            </a:pPr>
            <a:r>
              <a:t>• A web-based personal finance tracking system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• Helps manage income, expenses, and categories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• Provides real-time financial summary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• Simple, clean, and user-friendly UI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1417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000000"/>
                </a:solidFill>
              </a:defRPr>
            </a:pPr>
            <a:r>
              <a:t>• Difficult to track expenses manually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• Users forget entries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• Miscalculations &amp; missing records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• No monthly summary or visibility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• No centralized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1417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000000"/>
                </a:solidFill>
              </a:defRPr>
            </a:pPr>
            <a:r>
              <a:t>• User Authentication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• Add/Edit/Delete transactions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• Dashboard with balance, income &amp; expenses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• Categories for better tracking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• Monthly summary charts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• Responsive modern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1417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>
                <a:solidFill>
                  <a:srgbClr val="000000"/>
                </a:solidFill>
              </a:defRPr>
            </a:pPr>
            <a:r>
              <a:t>• Helps users track and control spending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• Improves money management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• Clean and secure MERN-based system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