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846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FinSight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000000"/>
                </a:solidFill>
              </a:defRPr>
            </a:pPr>
            <a:r>
              <a:t>A Smart Personal Finance Management System</a:t>
            </a:r>
          </a:p>
          <a:p>
            <a:pPr>
              <a:defRPr sz="2200">
                <a:solidFill>
                  <a:srgbClr val="000000"/>
                </a:solidFill>
              </a:defRPr>
            </a:pP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Presented by: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Mamatha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Kavya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Divya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846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000000"/>
                </a:solidFill>
              </a:defRPr>
            </a:pPr>
            <a:r>
              <a:t>• Web-based personal finance tracking system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Helps manage income, expenses, and categories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Shows real-time balance &amp; monthly summary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Simple, clean, and user-friendly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846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000000"/>
                </a:solidFill>
              </a:defRPr>
            </a:pPr>
            <a:r>
              <a:t>• Difficult to track expenses manually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Users forget daily entries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Miscalculations and missing records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No proper monthly summary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No centralized finance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846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000000"/>
                </a:solidFill>
              </a:defRPr>
            </a:pPr>
            <a:r>
              <a:t>• User Authentication (Login/Signup)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Dashboard with income, expense &amp; balance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Add, Edit, Delete transactions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Category-wise tracking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Monthly summary charts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Modern responsive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846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000000"/>
                </a:solidFill>
              </a:defRPr>
            </a:pPr>
            <a:r>
              <a:t>• Helps users manage and track finances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Improves budgeting and financial discipline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Provides organized and secure data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• A simple and effective MERN-based solution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8468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000000"/>
                </a:solidFill>
              </a:defRPr>
            </a:pPr>
            <a:r>
              <a:t>THANK YOU!</a:t>
            </a:r>
          </a:p>
          <a:p>
            <a:pPr>
              <a:defRPr sz="2200">
                <a:solidFill>
                  <a:srgbClr val="000000"/>
                </a:solidFill>
              </a:defRPr>
            </a:pP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For your time and attention</a:t>
            </a:r>
          </a:p>
          <a:p>
            <a:pPr>
              <a:defRPr sz="2200">
                <a:solidFill>
                  <a:srgbClr val="000000"/>
                </a:solidFill>
              </a:defRPr>
            </a:pP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Presented by: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Mamatha | Kavya | Divya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